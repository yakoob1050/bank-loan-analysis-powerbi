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1" r:id="rId7"/>
    <p:sldId id="256" r:id="rId8"/>
    <p:sldId id="257" r:id="rId9"/>
    <p:sldId id="258" r:id="rId10"/>
    <p:sldId id="261" r:id="rId11"/>
    <p:sldId id="262" r:id="rId12"/>
    <p:sldId id="263" r:id="rId13"/>
    <p:sldId id="264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4B0DF4-AC3D-4912-9B43-E62E45A4FA18}" v="5" dt="2025-11-23T09:33:48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77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pu shaik" userId="1b619eacebecf7e7" providerId="LiveId" clId="{46C5D663-6422-444A-B571-0947B56F5C66}"/>
    <pc:docChg chg="custSel delSld modSld">
      <pc:chgData name="appu shaik" userId="1b619eacebecf7e7" providerId="LiveId" clId="{46C5D663-6422-444A-B571-0947B56F5C66}" dt="2025-11-23T09:34:30.285" v="65" actId="1076"/>
      <pc:docMkLst>
        <pc:docMk/>
      </pc:docMkLst>
      <pc:sldChg chg="addSp delSp modSp mod">
        <pc:chgData name="appu shaik" userId="1b619eacebecf7e7" providerId="LiveId" clId="{46C5D663-6422-444A-B571-0947B56F5C66}" dt="2025-11-23T09:31:42.782" v="52" actId="1076"/>
        <pc:sldMkLst>
          <pc:docMk/>
          <pc:sldMk cId="4022926839" sldId="256"/>
        </pc:sldMkLst>
        <pc:picChg chg="add mod">
          <ac:chgData name="appu shaik" userId="1b619eacebecf7e7" providerId="LiveId" clId="{46C5D663-6422-444A-B571-0947B56F5C66}" dt="2025-11-23T09:31:42.782" v="52" actId="1076"/>
          <ac:picMkLst>
            <pc:docMk/>
            <pc:sldMk cId="4022926839" sldId="256"/>
            <ac:picMk id="3" creationId="{E6569419-3871-B360-876B-C89FB7703EB4}"/>
          </ac:picMkLst>
        </pc:picChg>
        <pc:picChg chg="del">
          <ac:chgData name="appu shaik" userId="1b619eacebecf7e7" providerId="LiveId" clId="{46C5D663-6422-444A-B571-0947B56F5C66}" dt="2025-11-23T09:30:27.699" v="47" actId="21"/>
          <ac:picMkLst>
            <pc:docMk/>
            <pc:sldMk cId="4022926839" sldId="256"/>
            <ac:picMk id="8" creationId="{D0964A68-B481-FDBC-FBB9-52425E65C659}"/>
          </ac:picMkLst>
        </pc:picChg>
        <pc:picChg chg="del">
          <ac:chgData name="appu shaik" userId="1b619eacebecf7e7" providerId="LiveId" clId="{46C5D663-6422-444A-B571-0947B56F5C66}" dt="2025-11-23T09:28:33.888" v="32" actId="478"/>
          <ac:picMkLst>
            <pc:docMk/>
            <pc:sldMk cId="4022926839" sldId="256"/>
            <ac:picMk id="9" creationId="{61182BE8-DA25-2F0A-6FC9-D781928C7BD4}"/>
          </ac:picMkLst>
        </pc:picChg>
      </pc:sldChg>
      <pc:sldChg chg="addSp delSp modSp mod">
        <pc:chgData name="appu shaik" userId="1b619eacebecf7e7" providerId="LiveId" clId="{46C5D663-6422-444A-B571-0947B56F5C66}" dt="2025-11-23T09:32:53.716" v="56" actId="1076"/>
        <pc:sldMkLst>
          <pc:docMk/>
          <pc:sldMk cId="3679719717" sldId="257"/>
        </pc:sldMkLst>
        <pc:picChg chg="del">
          <ac:chgData name="appu shaik" userId="1b619eacebecf7e7" providerId="LiveId" clId="{46C5D663-6422-444A-B571-0947B56F5C66}" dt="2025-11-23T09:30:31.856" v="48" actId="21"/>
          <ac:picMkLst>
            <pc:docMk/>
            <pc:sldMk cId="3679719717" sldId="257"/>
            <ac:picMk id="3" creationId="{73AA4628-0EE3-7EC4-C370-2A0B2BE6484D}"/>
          </ac:picMkLst>
        </pc:picChg>
        <pc:picChg chg="del">
          <ac:chgData name="appu shaik" userId="1b619eacebecf7e7" providerId="LiveId" clId="{46C5D663-6422-444A-B571-0947B56F5C66}" dt="2025-11-23T09:28:41.069" v="33" actId="478"/>
          <ac:picMkLst>
            <pc:docMk/>
            <pc:sldMk cId="3679719717" sldId="257"/>
            <ac:picMk id="4" creationId="{DF94FEC7-38DB-BB24-114F-273EF90A7BB5}"/>
          </ac:picMkLst>
        </pc:picChg>
        <pc:picChg chg="add mod">
          <ac:chgData name="appu shaik" userId="1b619eacebecf7e7" providerId="LiveId" clId="{46C5D663-6422-444A-B571-0947B56F5C66}" dt="2025-11-23T09:32:53.716" v="56" actId="1076"/>
          <ac:picMkLst>
            <pc:docMk/>
            <pc:sldMk cId="3679719717" sldId="257"/>
            <ac:picMk id="7" creationId="{4EBED0B2-26FE-311B-F426-27282CEB9B54}"/>
          </ac:picMkLst>
        </pc:picChg>
      </pc:sldChg>
      <pc:sldChg chg="addSp delSp modSp mod">
        <pc:chgData name="appu shaik" userId="1b619eacebecf7e7" providerId="LiveId" clId="{46C5D663-6422-444A-B571-0947B56F5C66}" dt="2025-11-23T09:34:04.069" v="60" actId="1076"/>
        <pc:sldMkLst>
          <pc:docMk/>
          <pc:sldMk cId="3528695337" sldId="258"/>
        </pc:sldMkLst>
        <pc:picChg chg="add mod">
          <ac:chgData name="appu shaik" userId="1b619eacebecf7e7" providerId="LiveId" clId="{46C5D663-6422-444A-B571-0947B56F5C66}" dt="2025-11-23T09:34:04.069" v="60" actId="1076"/>
          <ac:picMkLst>
            <pc:docMk/>
            <pc:sldMk cId="3528695337" sldId="258"/>
            <ac:picMk id="3" creationId="{74F37598-3A45-8DA1-9F30-60523BD4F2B6}"/>
          </ac:picMkLst>
        </pc:picChg>
        <pc:picChg chg="del mod">
          <ac:chgData name="appu shaik" userId="1b619eacebecf7e7" providerId="LiveId" clId="{46C5D663-6422-444A-B571-0947B56F5C66}" dt="2025-11-23T09:30:17.984" v="45" actId="21"/>
          <ac:picMkLst>
            <pc:docMk/>
            <pc:sldMk cId="3528695337" sldId="258"/>
            <ac:picMk id="4" creationId="{A90D7939-6504-7430-B6E9-29AEB10BAE2E}"/>
          </ac:picMkLst>
        </pc:picChg>
        <pc:picChg chg="del">
          <ac:chgData name="appu shaik" userId="1b619eacebecf7e7" providerId="LiveId" clId="{46C5D663-6422-444A-B571-0947B56F5C66}" dt="2025-11-23T09:30:20.790" v="46" actId="478"/>
          <ac:picMkLst>
            <pc:docMk/>
            <pc:sldMk cId="3528695337" sldId="258"/>
            <ac:picMk id="7" creationId="{03BC04EE-8041-7D9D-CA19-298D68483000}"/>
          </ac:picMkLst>
        </pc:picChg>
      </pc:sldChg>
      <pc:sldChg chg="delSp mod">
        <pc:chgData name="appu shaik" userId="1b619eacebecf7e7" providerId="LiveId" clId="{46C5D663-6422-444A-B571-0947B56F5C66}" dt="2025-11-23T09:29:03.724" v="37" actId="478"/>
        <pc:sldMkLst>
          <pc:docMk/>
          <pc:sldMk cId="639557344" sldId="259"/>
        </pc:sldMkLst>
        <pc:picChg chg="del">
          <ac:chgData name="appu shaik" userId="1b619eacebecf7e7" providerId="LiveId" clId="{46C5D663-6422-444A-B571-0947B56F5C66}" dt="2025-11-23T09:29:03.724" v="37" actId="478"/>
          <ac:picMkLst>
            <pc:docMk/>
            <pc:sldMk cId="639557344" sldId="259"/>
            <ac:picMk id="7" creationId="{4F56E1CB-C23A-8E6C-4322-BE518ECDDE56}"/>
          </ac:picMkLst>
        </pc:picChg>
      </pc:sldChg>
      <pc:sldChg chg="delSp modSp mod">
        <pc:chgData name="appu shaik" userId="1b619eacebecf7e7" providerId="LiveId" clId="{46C5D663-6422-444A-B571-0947B56F5C66}" dt="2025-11-23T09:34:30.285" v="65" actId="1076"/>
        <pc:sldMkLst>
          <pc:docMk/>
          <pc:sldMk cId="4288530246" sldId="260"/>
        </pc:sldMkLst>
        <pc:spChg chg="del mod">
          <ac:chgData name="appu shaik" userId="1b619eacebecf7e7" providerId="LiveId" clId="{46C5D663-6422-444A-B571-0947B56F5C66}" dt="2025-11-23T09:34:22.050" v="63" actId="21"/>
          <ac:spMkLst>
            <pc:docMk/>
            <pc:sldMk cId="4288530246" sldId="260"/>
            <ac:spMk id="13" creationId="{EFD37F5C-B498-7E9E-7268-B898BED7C5C1}"/>
          </ac:spMkLst>
        </pc:spChg>
        <pc:spChg chg="del mod">
          <ac:chgData name="appu shaik" userId="1b619eacebecf7e7" providerId="LiveId" clId="{46C5D663-6422-444A-B571-0947B56F5C66}" dt="2025-11-23T09:27:19.696" v="15"/>
          <ac:spMkLst>
            <pc:docMk/>
            <pc:sldMk cId="4288530246" sldId="260"/>
            <ac:spMk id="17" creationId="{23AE5A38-1C90-91C3-C264-017362FE588D}"/>
          </ac:spMkLst>
        </pc:spChg>
        <pc:spChg chg="mod">
          <ac:chgData name="appu shaik" userId="1b619eacebecf7e7" providerId="LiveId" clId="{46C5D663-6422-444A-B571-0947B56F5C66}" dt="2025-11-23T09:34:30.285" v="65" actId="1076"/>
          <ac:spMkLst>
            <pc:docMk/>
            <pc:sldMk cId="4288530246" sldId="260"/>
            <ac:spMk id="18" creationId="{01F6CB98-36C5-38E5-0DF0-29D3168418DC}"/>
          </ac:spMkLst>
        </pc:spChg>
        <pc:spChg chg="mod">
          <ac:chgData name="appu shaik" userId="1b619eacebecf7e7" providerId="LiveId" clId="{46C5D663-6422-444A-B571-0947B56F5C66}" dt="2025-11-23T09:34:26.048" v="64" actId="1076"/>
          <ac:spMkLst>
            <pc:docMk/>
            <pc:sldMk cId="4288530246" sldId="260"/>
            <ac:spMk id="19" creationId="{E8907EC3-CB54-081F-6806-59FB3EDC3F65}"/>
          </ac:spMkLst>
        </pc:spChg>
        <pc:picChg chg="mod">
          <ac:chgData name="appu shaik" userId="1b619eacebecf7e7" providerId="LiveId" clId="{46C5D663-6422-444A-B571-0947B56F5C66}" dt="2025-11-23T09:27:32.557" v="18" actId="1076"/>
          <ac:picMkLst>
            <pc:docMk/>
            <pc:sldMk cId="4288530246" sldId="260"/>
            <ac:picMk id="15" creationId="{F41865F3-DE1B-AB07-633A-FDEB072AE684}"/>
          </ac:picMkLst>
        </pc:picChg>
        <pc:picChg chg="mod">
          <ac:chgData name="appu shaik" userId="1b619eacebecf7e7" providerId="LiveId" clId="{46C5D663-6422-444A-B571-0947B56F5C66}" dt="2025-11-23T09:27:28.918" v="17" actId="1076"/>
          <ac:picMkLst>
            <pc:docMk/>
            <pc:sldMk cId="4288530246" sldId="260"/>
            <ac:picMk id="16" creationId="{CA1D7C9D-9E08-9075-9F65-42DE06B424DF}"/>
          </ac:picMkLst>
        </pc:picChg>
        <pc:picChg chg="del">
          <ac:chgData name="appu shaik" userId="1b619eacebecf7e7" providerId="LiveId" clId="{46C5D663-6422-444A-B571-0947B56F5C66}" dt="2025-11-23T09:27:00.842" v="2" actId="478"/>
          <ac:picMkLst>
            <pc:docMk/>
            <pc:sldMk cId="4288530246" sldId="260"/>
            <ac:picMk id="20" creationId="{FE325C91-5367-908E-9FBA-338517C802F7}"/>
          </ac:picMkLst>
        </pc:picChg>
      </pc:sldChg>
      <pc:sldChg chg="delSp mod">
        <pc:chgData name="appu shaik" userId="1b619eacebecf7e7" providerId="LiveId" clId="{46C5D663-6422-444A-B571-0947B56F5C66}" dt="2025-11-23T09:29:16.100" v="40" actId="478"/>
        <pc:sldMkLst>
          <pc:docMk/>
          <pc:sldMk cId="2377672083" sldId="261"/>
        </pc:sldMkLst>
        <pc:picChg chg="del">
          <ac:chgData name="appu shaik" userId="1b619eacebecf7e7" providerId="LiveId" clId="{46C5D663-6422-444A-B571-0947B56F5C66}" dt="2025-11-23T09:29:16.100" v="40" actId="478"/>
          <ac:picMkLst>
            <pc:docMk/>
            <pc:sldMk cId="2377672083" sldId="261"/>
            <ac:picMk id="7" creationId="{4F56E1CB-C23A-8E6C-4322-BE518ECDDE56}"/>
          </ac:picMkLst>
        </pc:picChg>
      </pc:sldChg>
      <pc:sldChg chg="delSp mod">
        <pc:chgData name="appu shaik" userId="1b619eacebecf7e7" providerId="LiveId" clId="{46C5D663-6422-444A-B571-0947B56F5C66}" dt="2025-11-23T09:29:12.839" v="39" actId="478"/>
        <pc:sldMkLst>
          <pc:docMk/>
          <pc:sldMk cId="2188389533" sldId="262"/>
        </pc:sldMkLst>
        <pc:picChg chg="del">
          <ac:chgData name="appu shaik" userId="1b619eacebecf7e7" providerId="LiveId" clId="{46C5D663-6422-444A-B571-0947B56F5C66}" dt="2025-11-23T09:29:12.839" v="39" actId="478"/>
          <ac:picMkLst>
            <pc:docMk/>
            <pc:sldMk cId="2188389533" sldId="262"/>
            <ac:picMk id="7" creationId="{4F56E1CB-C23A-8E6C-4322-BE518ECDDE56}"/>
          </ac:picMkLst>
        </pc:picChg>
      </pc:sldChg>
      <pc:sldChg chg="delSp mod">
        <pc:chgData name="appu shaik" userId="1b619eacebecf7e7" providerId="LiveId" clId="{46C5D663-6422-444A-B571-0947B56F5C66}" dt="2025-11-23T09:29:09.524" v="38" actId="478"/>
        <pc:sldMkLst>
          <pc:docMk/>
          <pc:sldMk cId="1142964218" sldId="263"/>
        </pc:sldMkLst>
        <pc:picChg chg="del">
          <ac:chgData name="appu shaik" userId="1b619eacebecf7e7" providerId="LiveId" clId="{46C5D663-6422-444A-B571-0947B56F5C66}" dt="2025-11-23T09:29:09.524" v="38" actId="478"/>
          <ac:picMkLst>
            <pc:docMk/>
            <pc:sldMk cId="1142964218" sldId="263"/>
            <ac:picMk id="7" creationId="{4F56E1CB-C23A-8E6C-4322-BE518ECDDE56}"/>
          </ac:picMkLst>
        </pc:picChg>
      </pc:sldChg>
      <pc:sldChg chg="delSp mod">
        <pc:chgData name="appu shaik" userId="1b619eacebecf7e7" providerId="LiveId" clId="{46C5D663-6422-444A-B571-0947B56F5C66}" dt="2025-11-23T09:26:56.007" v="1" actId="478"/>
        <pc:sldMkLst>
          <pc:docMk/>
          <pc:sldMk cId="1865897694" sldId="264"/>
        </pc:sldMkLst>
        <pc:picChg chg="del">
          <ac:chgData name="appu shaik" userId="1b619eacebecf7e7" providerId="LiveId" clId="{46C5D663-6422-444A-B571-0947B56F5C66}" dt="2025-11-23T09:26:56.007" v="1" actId="478"/>
          <ac:picMkLst>
            <pc:docMk/>
            <pc:sldMk cId="1865897694" sldId="264"/>
            <ac:picMk id="7" creationId="{4F56E1CB-C23A-8E6C-4322-BE518ECDDE56}"/>
          </ac:picMkLst>
        </pc:picChg>
      </pc:sldChg>
      <pc:sldChg chg="delSp mod">
        <pc:chgData name="appu shaik" userId="1b619eacebecf7e7" providerId="LiveId" clId="{46C5D663-6422-444A-B571-0947B56F5C66}" dt="2025-11-23T09:27:51.842" v="22" actId="478"/>
        <pc:sldMkLst>
          <pc:docMk/>
          <pc:sldMk cId="3548737912" sldId="266"/>
        </pc:sldMkLst>
        <pc:picChg chg="del">
          <ac:chgData name="appu shaik" userId="1b619eacebecf7e7" providerId="LiveId" clId="{46C5D663-6422-444A-B571-0947B56F5C66}" dt="2025-11-23T09:27:51.842" v="22" actId="478"/>
          <ac:picMkLst>
            <pc:docMk/>
            <pc:sldMk cId="3548737912" sldId="266"/>
            <ac:picMk id="12" creationId="{1E8BEBC9-98D8-041D-95F3-3951B265A9B6}"/>
          </ac:picMkLst>
        </pc:picChg>
      </pc:sldChg>
      <pc:sldChg chg="delSp mod">
        <pc:chgData name="appu shaik" userId="1b619eacebecf7e7" providerId="LiveId" clId="{46C5D663-6422-444A-B571-0947B56F5C66}" dt="2025-11-23T09:27:39.077" v="19" actId="478"/>
        <pc:sldMkLst>
          <pc:docMk/>
          <pc:sldMk cId="3454028527" sldId="267"/>
        </pc:sldMkLst>
        <pc:picChg chg="del">
          <ac:chgData name="appu shaik" userId="1b619eacebecf7e7" providerId="LiveId" clId="{46C5D663-6422-444A-B571-0947B56F5C66}" dt="2025-11-23T09:27:39.077" v="19" actId="478"/>
          <ac:picMkLst>
            <pc:docMk/>
            <pc:sldMk cId="3454028527" sldId="267"/>
            <ac:picMk id="20" creationId="{FE325C91-5367-908E-9FBA-338517C802F7}"/>
          </ac:picMkLst>
        </pc:picChg>
      </pc:sldChg>
      <pc:sldChg chg="delSp mod">
        <pc:chgData name="appu shaik" userId="1b619eacebecf7e7" providerId="LiveId" clId="{46C5D663-6422-444A-B571-0947B56F5C66}" dt="2025-11-23T09:27:43.592" v="20" actId="478"/>
        <pc:sldMkLst>
          <pc:docMk/>
          <pc:sldMk cId="2728010503" sldId="268"/>
        </pc:sldMkLst>
        <pc:picChg chg="del">
          <ac:chgData name="appu shaik" userId="1b619eacebecf7e7" providerId="LiveId" clId="{46C5D663-6422-444A-B571-0947B56F5C66}" dt="2025-11-23T09:27:43.592" v="20" actId="478"/>
          <ac:picMkLst>
            <pc:docMk/>
            <pc:sldMk cId="2728010503" sldId="268"/>
            <ac:picMk id="20" creationId="{FE325C91-5367-908E-9FBA-338517C802F7}"/>
          </ac:picMkLst>
        </pc:picChg>
      </pc:sldChg>
      <pc:sldChg chg="delSp mod">
        <pc:chgData name="appu shaik" userId="1b619eacebecf7e7" providerId="LiveId" clId="{46C5D663-6422-444A-B571-0947B56F5C66}" dt="2025-11-23T09:27:46.776" v="21" actId="478"/>
        <pc:sldMkLst>
          <pc:docMk/>
          <pc:sldMk cId="4039425389" sldId="269"/>
        </pc:sldMkLst>
        <pc:picChg chg="del">
          <ac:chgData name="appu shaik" userId="1b619eacebecf7e7" providerId="LiveId" clId="{46C5D663-6422-444A-B571-0947B56F5C66}" dt="2025-11-23T09:27:46.776" v="21" actId="478"/>
          <ac:picMkLst>
            <pc:docMk/>
            <pc:sldMk cId="4039425389" sldId="269"/>
            <ac:picMk id="20" creationId="{FE325C91-5367-908E-9FBA-338517C802F7}"/>
          </ac:picMkLst>
        </pc:picChg>
      </pc:sldChg>
      <pc:sldChg chg="delSp modSp del mod">
        <pc:chgData name="appu shaik" userId="1b619eacebecf7e7" providerId="LiveId" clId="{46C5D663-6422-444A-B571-0947B56F5C66}" dt="2025-11-23T09:28:24.652" v="30" actId="2696"/>
        <pc:sldMkLst>
          <pc:docMk/>
          <pc:sldMk cId="2190682535" sldId="270"/>
        </pc:sldMkLst>
        <pc:spChg chg="mod">
          <ac:chgData name="appu shaik" userId="1b619eacebecf7e7" providerId="LiveId" clId="{46C5D663-6422-444A-B571-0947B56F5C66}" dt="2025-11-23T09:28:08.529" v="28" actId="1076"/>
          <ac:spMkLst>
            <pc:docMk/>
            <pc:sldMk cId="2190682535" sldId="270"/>
            <ac:spMk id="13" creationId="{EFD37F5C-B498-7E9E-7268-B898BED7C5C1}"/>
          </ac:spMkLst>
        </pc:spChg>
        <pc:spChg chg="del mod">
          <ac:chgData name="appu shaik" userId="1b619eacebecf7e7" providerId="LiveId" clId="{46C5D663-6422-444A-B571-0947B56F5C66}" dt="2025-11-23T09:28:04.587" v="27" actId="478"/>
          <ac:spMkLst>
            <pc:docMk/>
            <pc:sldMk cId="2190682535" sldId="270"/>
            <ac:spMk id="17" creationId="{23AE5A38-1C90-91C3-C264-017362FE588D}"/>
          </ac:spMkLst>
        </pc:spChg>
        <pc:picChg chg="mod">
          <ac:chgData name="appu shaik" userId="1b619eacebecf7e7" providerId="LiveId" clId="{46C5D663-6422-444A-B571-0947B56F5C66}" dt="2025-11-23T09:28:10.154" v="29" actId="1076"/>
          <ac:picMkLst>
            <pc:docMk/>
            <pc:sldMk cId="2190682535" sldId="270"/>
            <ac:picMk id="2" creationId="{B565E50B-F93A-78F0-AFD4-036E6BED0EB1}"/>
          </ac:picMkLst>
        </pc:picChg>
        <pc:picChg chg="del">
          <ac:chgData name="appu shaik" userId="1b619eacebecf7e7" providerId="LiveId" clId="{46C5D663-6422-444A-B571-0947B56F5C66}" dt="2025-11-23T09:27:57.834" v="23" actId="478"/>
          <ac:picMkLst>
            <pc:docMk/>
            <pc:sldMk cId="2190682535" sldId="270"/>
            <ac:picMk id="20" creationId="{FE325C91-5367-908E-9FBA-338517C802F7}"/>
          </ac:picMkLst>
        </pc:picChg>
      </pc:sldChg>
      <pc:sldChg chg="delSp mod">
        <pc:chgData name="appu shaik" userId="1b619eacebecf7e7" providerId="LiveId" clId="{46C5D663-6422-444A-B571-0947B56F5C66}" dt="2025-11-23T09:28:29.907" v="31" actId="478"/>
        <pc:sldMkLst>
          <pc:docMk/>
          <pc:sldMk cId="2559948971" sldId="271"/>
        </pc:sldMkLst>
        <pc:picChg chg="del">
          <ac:chgData name="appu shaik" userId="1b619eacebecf7e7" providerId="LiveId" clId="{46C5D663-6422-444A-B571-0947B56F5C66}" dt="2025-11-23T09:28:29.907" v="31" actId="478"/>
          <ac:picMkLst>
            <pc:docMk/>
            <pc:sldMk cId="2559948971" sldId="271"/>
            <ac:picMk id="20" creationId="{FE325C91-5367-908E-9FBA-338517C802F7}"/>
          </ac:picMkLst>
        </pc:picChg>
      </pc:sldChg>
      <pc:sldChg chg="del">
        <pc:chgData name="appu shaik" userId="1b619eacebecf7e7" providerId="LiveId" clId="{46C5D663-6422-444A-B571-0947B56F5C66}" dt="2025-11-23T09:28:48.101" v="34" actId="2696"/>
        <pc:sldMkLst>
          <pc:docMk/>
          <pc:sldMk cId="164178182" sldId="272"/>
        </pc:sldMkLst>
      </pc:sldChg>
      <pc:sldChg chg="delSp del mod">
        <pc:chgData name="appu shaik" userId="1b619eacebecf7e7" providerId="LiveId" clId="{46C5D663-6422-444A-B571-0947B56F5C66}" dt="2025-11-23T09:29:00.798" v="36" actId="2696"/>
        <pc:sldMkLst>
          <pc:docMk/>
          <pc:sldMk cId="2444031829" sldId="273"/>
        </pc:sldMkLst>
        <pc:picChg chg="del">
          <ac:chgData name="appu shaik" userId="1b619eacebecf7e7" providerId="LiveId" clId="{46C5D663-6422-444A-B571-0947B56F5C66}" dt="2025-11-23T09:28:51.280" v="35" actId="478"/>
          <ac:picMkLst>
            <pc:docMk/>
            <pc:sldMk cId="2444031829" sldId="273"/>
            <ac:picMk id="7" creationId="{4F56E1CB-C23A-8E6C-4322-BE518ECDDE5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600" y="3596110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435" y="3769492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-400" y="47172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356221" y="1605519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569419-3871-B360-876B-C89FB7703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54" y="917308"/>
            <a:ext cx="10044030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EBED0B2-26FE-311B-F426-27282CEB9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11" y="863801"/>
            <a:ext cx="9998306" cy="554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4F37598-3A45-8DA1-9F30-60523BD4F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184" y="983071"/>
            <a:ext cx="10005927" cy="554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776</Words>
  <Application>Microsoft Office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appu shaik</cp:lastModifiedBy>
  <cp:revision>12</cp:revision>
  <dcterms:created xsi:type="dcterms:W3CDTF">2023-10-07T01:44:58Z</dcterms:created>
  <dcterms:modified xsi:type="dcterms:W3CDTF">2025-11-23T09:34:36Z</dcterms:modified>
</cp:coreProperties>
</file>